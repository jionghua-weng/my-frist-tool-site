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59C4B-6A5F-D67D-BA70-E01C5D33B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A83522-DC3A-B70F-2C31-4958591FB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830E5C-8235-8466-679D-8E0F40A9E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FDD0-C497-4B84-8611-DE6D7DE148D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F13774-68A5-F5DC-3ADD-BDD7E50B9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558FDC-FE95-A3C3-3BC7-A5F7D1846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72CC-44D7-48A9-9F18-B0BA249AA0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698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E1663-89E8-9EEF-B257-ADACCEF88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8FC6C4-F081-3C51-824E-C50751A04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472572-7F72-9DEE-3777-8BBAEFCC3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FDD0-C497-4B84-8611-DE6D7DE148D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C4CDB9-14BB-3E76-8348-7982208FA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AAAD43-BC36-C340-F6EF-334D943C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72CC-44D7-48A9-9F18-B0BA249AA0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271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E8EF42-EAA0-B683-46F1-58B7FFB37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ACE5CE-D53E-AF3B-0DD6-E3EE39A29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34C4AA-D032-A327-2EF1-77E5C2307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FDD0-C497-4B84-8611-DE6D7DE148D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8D1C6E-F977-FC1A-B44A-47244ED1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9835B4-3466-A396-79EE-711802CE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72CC-44D7-48A9-9F18-B0BA249AA0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371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67832-E056-D625-2D01-E4D70D92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BBBA3-3360-5EF5-60F9-88AB1D4B1C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F43FF1-E2AF-3D9D-C239-AA234245D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44DC41-5B64-0C59-C9B5-D9E67FE4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FDD0-C497-4B84-8611-DE6D7DE148D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800F46-610E-FFEB-E64B-79E9BBB15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AB1AC8-56A5-55EC-A8D4-8665AB5C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72CC-44D7-48A9-9F18-B0BA249AA0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799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E433C-9F21-B585-D923-D8844F393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FEC51A-63A5-BC03-D7E0-6EF40DCD5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67C1E3-50E4-4FB6-EBF7-5E74C2B55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79A425-B645-B18E-7CB1-6866D6FC6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9BB0A3-8827-3AF4-12CC-9E9342CF9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0BD267-A9E0-51E9-C681-7C15DC030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FDD0-C497-4B84-8611-DE6D7DE148D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6FA659-2A5A-8D45-6AE2-2D32EA605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BB784A-08C5-51C9-FA36-BE73F70C5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72CC-44D7-48A9-9F18-B0BA249AA0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470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D9C8B-0BEE-44F9-C0B9-EB6190B59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FE49E1-CA3B-9285-CBF1-627FB1752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FDD0-C497-4B84-8611-DE6D7DE148D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C05C45-8377-2758-3423-77246EABD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C62721-CD70-BC4E-AE73-78018DFBD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72CC-44D7-48A9-9F18-B0BA249AA0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963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3F3CFF-F4A9-2D1E-A9E2-D36F813FD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FDD0-C497-4B84-8611-DE6D7DE148D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D3F53A-86AE-EAFF-03F9-A7B6DC9F2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7838F8-AA10-1F87-8008-703F8D28D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72CC-44D7-48A9-9F18-B0BA249AA0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291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11BCC-BB4F-4E12-83D8-10105E8D8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E1E73B-769C-EC74-3F2F-42244788A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F41766-6142-B043-29FA-692C0945C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3A772-3E10-877F-0772-5BAF9F45B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FDD0-C497-4B84-8611-DE6D7DE148D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94C822-ED24-0F86-AD71-6333C3E6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E2E77D-1504-4332-4917-6CD6BEA67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72CC-44D7-48A9-9F18-B0BA249AA0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38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CFB7A7-B747-7F15-7FD0-55EA6EFC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658659-E384-C96A-FECD-2389B25B4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70E03D-B8BD-F879-E000-E900AB247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D0447A-CD48-31C0-8EC1-D630EFB8C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FDD0-C497-4B84-8611-DE6D7DE148D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B18CFD-9166-4566-F7E4-1A29F590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7BFF04-F4AE-C57A-C2E9-7032C8B1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72CC-44D7-48A9-9F18-B0BA249AA0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34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9C059-3EA6-25BF-9122-33FB08991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472976-D1F8-3A7B-5B7C-E31843ECE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5EBF62-A638-EC00-140A-65640B88B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FDD0-C497-4B84-8611-DE6D7DE148D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FCED84-BFCB-74F1-319B-5B9CE289B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C8064-D90B-C630-E175-EA712F628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72CC-44D7-48A9-9F18-B0BA249AA0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098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60D89F-287D-712A-178A-28C5221BF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63E93-E1EE-6A9C-D24B-EED799FEB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A3D515-D1B3-BB8D-BE03-2D38A752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FDD0-C497-4B84-8611-DE6D7DE148D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D58267-7EE7-B06A-8B31-33147F027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BC540B-84E1-31A0-F050-05C09C471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72CC-44D7-48A9-9F18-B0BA249AA0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294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8DF182-ECFF-6A95-73A4-9C5771127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C3A600-6D33-7739-295F-54F417F34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545932-1BA2-199F-C153-C6FB0691D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AFDD0-C497-4B84-8611-DE6D7DE148D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1B3170-154E-44C0-2846-9CF33AB20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24A40D-DC70-C907-442D-A53E50561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C72CC-44D7-48A9-9F18-B0BA249AA0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361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C2F5F10-EADF-9F6A-665E-68F9B6358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896" y="78827"/>
            <a:ext cx="9354208" cy="670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16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JIONGHUA WENG</dc:creator>
  <cp:lastModifiedBy>JIONGHUA WENG</cp:lastModifiedBy>
  <cp:revision>1</cp:revision>
  <dcterms:created xsi:type="dcterms:W3CDTF">2026-05-06T14:25:08Z</dcterms:created>
  <dcterms:modified xsi:type="dcterms:W3CDTF">2026-05-06T14:25:08Z</dcterms:modified>
</cp:coreProperties>
</file>